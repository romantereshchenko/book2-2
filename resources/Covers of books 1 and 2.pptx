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EE49-C5B2-36E2-2B46-D9259632E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3DA07A-B78E-062C-67DB-7FD674A35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8041E-6936-8BC9-74F8-CD8A54400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41B-B64C-46CD-989E-3EE6D13A9274}" type="datetimeFigureOut">
              <a:rPr lang="uk-UA" smtClean="0"/>
              <a:t>14.06.2026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FD70A-4EEB-97CD-CDF6-7117B7CA4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BD143-00D5-AFE4-7CF0-3532E3E3D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0D355-7246-40F1-9381-2F3763BA8D2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22990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5DEBF-E296-B259-04BD-F3E494EBB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2E59B-7E6F-CB04-D741-8FD008B16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ECC1C-88E7-9074-E739-A6B8EC586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41B-B64C-46CD-989E-3EE6D13A9274}" type="datetimeFigureOut">
              <a:rPr lang="uk-UA" smtClean="0"/>
              <a:t>14.06.2026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BFC57-1077-C7CB-6CF0-B9A88CDC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0F0B7-A30F-C9B5-1D92-AEB16C0DC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0D355-7246-40F1-9381-2F3763BA8D2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2921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31AA2-6C39-2377-CB9E-5CD10C1AA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77A75-B02C-7D96-EC6D-9393E207D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F58BD-7B7F-9B25-6028-C958771B0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41B-B64C-46CD-989E-3EE6D13A9274}" type="datetimeFigureOut">
              <a:rPr lang="uk-UA" smtClean="0"/>
              <a:t>14.06.2026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FF3A3-B30F-E7C8-80E8-FAA97D807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ED95A-876F-1337-5080-8605354FA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0D355-7246-40F1-9381-2F3763BA8D2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36401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5A8C3-480D-D719-1E40-5C1D0A6BB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60EB0-E344-FC39-0EE5-7FA7112377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52E98-7A79-6AD8-70F0-755BABC15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1B67B-4C28-62B4-CE58-9C9B43E45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41B-B64C-46CD-989E-3EE6D13A9274}" type="datetimeFigureOut">
              <a:rPr lang="uk-UA" smtClean="0"/>
              <a:t>14.06.2026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FAEA0-81BA-2DA2-C180-71072D6CA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A6F14-1FD7-FC56-C04A-7150239FE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0D355-7246-40F1-9381-2F3763BA8D2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3480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1E0C3-F1F9-EE25-3148-6450E20E1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6AF4C-4491-BA6C-A0B6-A31215EA9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7D728-DE99-D509-ADB9-2E64DEF45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D1927E-84D5-9E70-4385-56188237A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EF2A90-D6ED-12CF-6F21-ACFC26008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323486-1190-04E5-8DB9-98C25DCE8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41B-B64C-46CD-989E-3EE6D13A9274}" type="datetimeFigureOut">
              <a:rPr lang="uk-UA" smtClean="0"/>
              <a:t>14.06.2026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3457D8-1BC5-B3D6-20EC-18E215564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88F858-2F69-1D2B-4D36-72278D751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0D355-7246-40F1-9381-2F3763BA8D2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69885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B635C-B38D-E27F-198C-50DFF7B02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54A60-C315-B3B5-3102-87B59C198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41B-B64C-46CD-989E-3EE6D13A9274}" type="datetimeFigureOut">
              <a:rPr lang="uk-UA" smtClean="0"/>
              <a:t>14.06.2026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2EAD49-9429-2B7A-F193-9E58AFC6C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437300-5187-631A-67E0-4556CC110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0D355-7246-40F1-9381-2F3763BA8D2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61957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1C7270-194F-0B32-D4F4-3C69B2AA8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41B-B64C-46CD-989E-3EE6D13A9274}" type="datetimeFigureOut">
              <a:rPr lang="uk-UA" smtClean="0"/>
              <a:t>14.06.2026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B4326D-B9D6-C30E-2099-C6FC95E5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2F1E2-3C43-66E4-62E7-70800DCE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0D355-7246-40F1-9381-2F3763BA8D2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04678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99CDB-67D6-44DF-4243-1A9A9CDE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26DD6-9E20-7B08-9749-A50C8EBE8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A001EC-F695-3531-8EA1-247EF00A1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5EA7A-A8A8-27C2-5AE5-37822A639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41B-B64C-46CD-989E-3EE6D13A9274}" type="datetimeFigureOut">
              <a:rPr lang="uk-UA" smtClean="0"/>
              <a:t>14.06.2026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518DC-EEC3-C633-BFAF-4B5E69811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3FAE2-D97B-FE96-AEB2-55F7BA13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0D355-7246-40F1-9381-2F3763BA8D2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2421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5589-18E3-28BB-D83E-EBEB32903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C60620-DF0A-3AF3-8F60-C17F50243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E6F0E-3FC6-ACE7-09C1-D8493D910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2A3B4-CE90-4EF6-98D9-C3196087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41B-B64C-46CD-989E-3EE6D13A9274}" type="datetimeFigureOut">
              <a:rPr lang="uk-UA" smtClean="0"/>
              <a:t>14.06.2026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BE107-6B07-F780-0868-1017EC7F5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04B3D-9803-8494-3E44-3B454681F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0D355-7246-40F1-9381-2F3763BA8D2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89869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5EBE6-3BBF-D147-886A-CC67E6B85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B654D1-F67A-086D-392B-E58EADF13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425F2-2589-F343-FA87-39B3CB13E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41B-B64C-46CD-989E-3EE6D13A9274}" type="datetimeFigureOut">
              <a:rPr lang="uk-UA" smtClean="0"/>
              <a:t>14.06.2026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7FA3E-C248-A920-E831-791B9AC2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BA202-F651-D08A-B716-FF40D6746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0D355-7246-40F1-9381-2F3763BA8D2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72566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490C5A-E974-286F-D16C-30CAA416DF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78BF7F-0529-2294-3FCE-1649E5093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97857-D51B-CEAF-5DBD-A47455C5B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141B-B64C-46CD-989E-3EE6D13A9274}" type="datetimeFigureOut">
              <a:rPr lang="uk-UA" smtClean="0"/>
              <a:t>14.06.2026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46DFA-245C-71B2-A68A-745814FEE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36E1E-DEF1-36F9-5E16-C67B1663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0D355-7246-40F1-9381-2F3763BA8D2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63194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1ACE0B-3652-6EB3-CC49-53930665E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D86EA-831A-0F7C-DEF9-2A1766BD5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B0B6A-8FCD-8EDF-6562-FE8A099F4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55141B-B64C-46CD-989E-3EE6D13A9274}" type="datetimeFigureOut">
              <a:rPr lang="uk-UA" smtClean="0"/>
              <a:t>14.06.2026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7A690-8A12-F59F-E208-1197F36156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FFED-4E2D-CE3D-D689-E8B16182B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80D355-7246-40F1-9381-2F3763BA8D2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13031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457B42-C4EB-1297-758E-8F2099388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526" y="0"/>
            <a:ext cx="457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664662D-9A6B-F7E5-FCAB-5E7DB33F2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361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839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Roman Tereshchenko</dc:creator>
  <cp:lastModifiedBy>Roman Tereshchenko</cp:lastModifiedBy>
  <cp:revision>1</cp:revision>
  <dcterms:created xsi:type="dcterms:W3CDTF">2026-06-14T18:46:43Z</dcterms:created>
  <dcterms:modified xsi:type="dcterms:W3CDTF">2026-06-14T19:45:09Z</dcterms:modified>
</cp:coreProperties>
</file>